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speaker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asking the room to guess the split. It is always worse than they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 slide people should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token count without a fidelity score is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short deck fixture for tokenmill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Your Tokens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Navigation</a:t>
            </a:r>
          </a:p>
          <a:p>
            <a:pPr lvl="1"/>
            <a:r>
              <a:t>Advertising</a:t>
            </a:r>
          </a:p>
          <a:p>
            <a:pPr lvl="1"/>
            <a:r>
              <a:t>Cookie banners</a:t>
            </a:r>
          </a:p>
          <a:p>
            <a:pPr lvl="1"/>
            <a:r>
              <a:t>The article you wanted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Strip Boilerplate, Keep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Boilerplate is pure cost</a:t>
            </a:r>
          </a:p>
          <a:p>
            <a:pPr lvl="1"/>
            <a:r>
              <a:t>Headings carry meaning</a:t>
            </a:r>
          </a:p>
          <a:p>
            <a:pPr lvl="1"/>
            <a:r>
              <a:t>Measure both axes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Tokens before</a:t>
            </a:r>
          </a:p>
          <a:p>
            <a:pPr lvl="1"/>
            <a:r>
              <a:t>Tokens after</a:t>
            </a:r>
          </a:p>
          <a:p>
            <a:pPr lvl="1"/>
            <a:r>
              <a:t>Fidelity against ground truth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raw numbers live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tokenmill fixtures</dc:creator>
  <cp:keywords/>
  <dc:description>generated using python-pptx</dc:description>
  <cp:lastModifiedBy>tokenmill fixtures</cp:lastModifiedBy>
  <cp:revision>1</cp:revision>
  <dcterms:created xsi:type="dcterms:W3CDTF">2026-01-01T00:00:00Z</dcterms:created>
  <dcterms:modified xsi:type="dcterms:W3CDTF">2026-01-01T00:00:00Z</dcterms:modified>
  <cp:category/>
</cp:coreProperties>
</file>